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413F72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4ECDC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846320"/>
            <a:ext cx="3291840" cy="3291840"/>
          </a:xfrm>
          <a:prstGeom prst="ellipse">
            <a:avLst/>
          </a:prstGeom>
          <a:solidFill>
            <a:srgbClr val="4ECDC4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AI TRACK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Career Copilot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Career Readiness Assistant powered by IBM Bob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7132320" cy="1417320"/>
          </a:xfrm>
          <a:prstGeom prst="roundRect">
            <a:avLst>
              <a:gd name="adj" fmla="val 7742"/>
            </a:avLst>
          </a:prstGeom>
          <a:solidFill>
            <a:srgbClr val="413F7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ACCESS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480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URL:   </a:t>
            </a:r>
            <a:pPr indent="0" marL="0">
              <a:buNone/>
            </a:pPr>
            <a:r>
              <a:rPr lang="en-US" sz="15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http://localhost:8501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4892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URL: </a:t>
            </a:r>
            <a:pPr indent="0" marL="0">
              <a:buNone/>
            </a:pPr>
            <a:r>
              <a:rPr lang="en-US" sz="15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http://192.168.1.48:8501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· Streamlit · IBM Bob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4ECD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choices feel like a guessing game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want the right career path — but rarely have the tools to find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 Career Fit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know which paths — AI, cybersecurity, development — actually match their skills.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3756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661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Hidden Skill Gaps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expert review, it's hard to see what's missing between a resume and a target role.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465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Guided Upskilling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know which courses will actually close their specific gaps.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98280" y="233172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4F3FA"/>
          </a:solidFill>
          <a:ln/>
        </p:spPr>
      </p:sp>
      <p:sp>
        <p:nvSpPr>
          <p:cNvPr id="22" name="Shape 20"/>
          <p:cNvSpPr/>
          <p:nvPr/>
        </p:nvSpPr>
        <p:spPr>
          <a:xfrm>
            <a:off x="9326880" y="2606040"/>
            <a:ext cx="502920" cy="502920"/>
          </a:xfrm>
          <a:prstGeom prst="ellipse">
            <a:avLst/>
          </a:prstGeom>
          <a:solidFill>
            <a:srgbClr val="2D2B5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326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3291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Anxiety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39319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get no mock interview practice or feedback before the real thing.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 — Student AI Track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4ECD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 a simple, beginner-friendly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4F3FA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34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034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92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892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logic, written with clean OOP classes and type hints.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177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177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035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3035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entire web UI — resume upload, reports, courses, and interviews — with no separate frontend code.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4F3FA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4320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320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178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(LLM)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3886200" y="4178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skills, suggests career paths, generates interview questions, and scores readiness.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212080"/>
            <a:ext cx="103327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4E2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54635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2D2B5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5463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321808"/>
            <a:ext cx="2377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Storage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886200" y="5321808"/>
            <a:ext cx="6675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persistence for student profiles, skill reports, and interview history — no database needed.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 — Student AI Track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resume to job-ready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6586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uploads a resume or connects a GitHub profile.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87752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11" name="Shape 9"/>
          <p:cNvSpPr/>
          <p:nvPr/>
        </p:nvSpPr>
        <p:spPr>
          <a:xfrm>
            <a:off x="3296412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6412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724912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70632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extracts and evaluates the student's current skills.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53712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18304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17" name="Shape 15"/>
          <p:cNvSpPr/>
          <p:nvPr/>
        </p:nvSpPr>
        <p:spPr>
          <a:xfrm>
            <a:off x="5426964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26964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855464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901184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suggests career paths — AI, cybersecurity, developer, and more.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84264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48856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23" name="Shape 21"/>
          <p:cNvSpPr/>
          <p:nvPr/>
        </p:nvSpPr>
        <p:spPr>
          <a:xfrm>
            <a:off x="7557516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57516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986016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Upskill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31736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gap roadmap and matching SkillsBuild courses are recommended.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814816" y="23317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979408" y="2103120"/>
            <a:ext cx="1965960" cy="3291840"/>
          </a:xfrm>
          <a:prstGeom prst="roundRect">
            <a:avLst>
              <a:gd name="adj" fmla="val 4651"/>
            </a:avLst>
          </a:prstGeom>
          <a:solidFill>
            <a:srgbClr val="413F72"/>
          </a:solidFill>
          <a:ln/>
        </p:spPr>
      </p:sp>
      <p:sp>
        <p:nvSpPr>
          <p:cNvPr id="29" name="Shape 27"/>
          <p:cNvSpPr/>
          <p:nvPr/>
        </p:nvSpPr>
        <p:spPr>
          <a:xfrm>
            <a:off x="9688068" y="2423160"/>
            <a:ext cx="548640" cy="54864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88068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116568" y="31546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162288" y="3657600"/>
            <a:ext cx="1600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 interview is generated, with real-time feedback and a readiness score.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 — Student AI Track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 — Student AI Track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4ECDC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1945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Direction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concrete, personalized career path suggestions instead of guesswork.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77640" y="19659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21945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0624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Visible Skill Gaps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gap roadmap shows exactly what to learn next for a target role.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98080" y="196596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16" name="Shape 14"/>
          <p:cNvSpPr/>
          <p:nvPr/>
        </p:nvSpPr>
        <p:spPr>
          <a:xfrm>
            <a:off x="7726680" y="21945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266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271576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Learning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26680" y="3063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SkillsBuild courses turn gaps into a clear action plan.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40690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4590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Confidence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interviews with real-time feedback build confidence before the real one.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977640" y="38404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26" name="Shape 24"/>
          <p:cNvSpPr/>
          <p:nvPr/>
        </p:nvSpPr>
        <p:spPr>
          <a:xfrm>
            <a:off x="4206240" y="40690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20624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4590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 Score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job readiness score tracks progress over time.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98080" y="3840480"/>
            <a:ext cx="3337560" cy="1691640"/>
          </a:xfrm>
          <a:prstGeom prst="roundRect">
            <a:avLst>
              <a:gd name="adj" fmla="val 5405"/>
            </a:avLst>
          </a:prstGeom>
          <a:solidFill>
            <a:srgbClr val="F4F3FA"/>
          </a:solidFill>
          <a:ln/>
        </p:spPr>
      </p:sp>
      <p:sp>
        <p:nvSpPr>
          <p:cNvPr id="31" name="Shape 29"/>
          <p:cNvSpPr/>
          <p:nvPr/>
        </p:nvSpPr>
        <p:spPr>
          <a:xfrm>
            <a:off x="7726680" y="406908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FFC85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7266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726680" y="45902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Access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72668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career-counseling quality guidance to students without access to one-on-one mentors.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Career Copilot — Student AI Track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413F7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840480" cy="3840480"/>
          </a:xfrm>
          <a:prstGeom prst="ellipse">
            <a:avLst/>
          </a:prstGeom>
          <a:solidFill>
            <a:srgbClr val="4ECDC4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the Application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413F7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MACHINE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URL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http://localhost:8501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28346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413F72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DA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WI-FI NETWORK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URL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886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http://192.168.1.48:8501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12064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links launch the same Streamlit app — the Network URL lets classmates on the same Wi-Fi open it from their own device.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2026-09-19T04:36:33Z</dcterms:created>
  <dcterms:modified xsi:type="dcterms:W3CDTF">2026-09-19T04:36:33Z</dcterms:modified>
</cp:coreProperties>
</file>